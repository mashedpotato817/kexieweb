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5FD"/>
    <a:srgbClr val="F1F5FE"/>
    <a:srgbClr val="F1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75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71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3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59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1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78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0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6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71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8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38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79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DB178-0971-4BB1-AA2B-38D6806050B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4C7E-1C0B-40A3-AC44-9E8C53475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5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084AD-4A90-4BDC-858F-04857EB6A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59F85-BE20-44AF-8CBE-8BD0716800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009642-C9F0-49AB-A251-FB306627B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559675" cy="107011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D13CD2-CCD7-4A33-A88F-5EAB69948F1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0F5F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624" y="8769537"/>
            <a:ext cx="1275561" cy="1275561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849027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Mashed Potato</dc:creator>
  <cp:lastModifiedBy>Mashed Potato</cp:lastModifiedBy>
  <cp:revision>2</cp:revision>
  <dcterms:created xsi:type="dcterms:W3CDTF">2026-09-05T05:18:39Z</dcterms:created>
  <dcterms:modified xsi:type="dcterms:W3CDTF">2026-09-05T05:28:23Z</dcterms:modified>
</cp:coreProperties>
</file>